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002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1857375"/>
            <a:ext cx="7620000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6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ECDSA: Elliptic Curve Digital Signature Algorithm</a:t>
            </a:r>
            <a:endParaRPr lang="en-US" sz="2867" dirty="0"/>
          </a:p>
        </p:txBody>
      </p:sp>
      <p:sp>
        <p:nvSpPr>
          <p:cNvPr id="3" name="StaticPath"/>
          <p:cNvSpPr/>
          <p:nvPr/>
        </p:nvSpPr>
        <p:spPr>
          <a:xfrm>
            <a:off x="1664875" y="3228975"/>
            <a:ext cx="371475" cy="3714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taticPath"/>
          <p:cNvSpPr/>
          <p:nvPr/>
        </p:nvSpPr>
        <p:spPr>
          <a:xfrm>
            <a:off x="2095976" y="3229928"/>
            <a:ext cx="371475" cy="371475"/>
          </a:xfrm>
          <a:prstGeom prst="ellipse">
            <a:avLst/>
          </a:prstGeom>
          <a:solidFill>
            <a:srgbClr val="404040"/>
          </a:solidFill>
          <a:ln/>
        </p:spPr>
      </p:sp>
      <p:sp>
        <p:nvSpPr>
          <p:cNvPr id="5" name="StaticPath"/>
          <p:cNvSpPr/>
          <p:nvPr/>
        </p:nvSpPr>
        <p:spPr>
          <a:xfrm>
            <a:off x="2520696" y="3229928"/>
            <a:ext cx="371475" cy="3714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taticPath"/>
          <p:cNvSpPr/>
          <p:nvPr/>
        </p:nvSpPr>
        <p:spPr>
          <a:xfrm rot="1438200">
            <a:off x="954334" y="-891622"/>
            <a:ext cx="1543050" cy="1543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 rot="18497400">
            <a:off x="7552059" y="4167658"/>
            <a:ext cx="1797368" cy="1797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695456" y="547783"/>
            <a:ext cx="3366135" cy="460058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9" name="StaticPath"/>
          <p:cNvSpPr/>
          <p:nvPr/>
        </p:nvSpPr>
        <p:spPr>
          <a:xfrm>
            <a:off x="6422946" y="547068"/>
            <a:ext cx="465772" cy="465773"/>
          </a:xfrm>
          <a:prstGeom prst="ellipse">
            <a:avLst/>
          </a:prstGeom>
          <a:solidFill>
            <a:srgbClr val="404040"/>
          </a:solidFill>
          <a:ln/>
        </p:spPr>
      </p:sp>
      <p:sp>
        <p:nvSpPr>
          <p:cNvPr id="10" name="StaticPath"/>
          <p:cNvSpPr/>
          <p:nvPr/>
        </p:nvSpPr>
        <p:spPr>
          <a:xfrm>
            <a:off x="-1283684" y="4361545"/>
            <a:ext cx="3366135" cy="460058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" name="StaticPath"/>
          <p:cNvSpPr/>
          <p:nvPr/>
        </p:nvSpPr>
        <p:spPr>
          <a:xfrm>
            <a:off x="1786938" y="4358831"/>
            <a:ext cx="465772" cy="465773"/>
          </a:xfrm>
          <a:prstGeom prst="ellipse">
            <a:avLst/>
          </a:prstGeom>
          <a:solidFill>
            <a:srgbClr val="7877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8625" y="238125"/>
            <a:ext cx="42862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92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We'll Cover</a:t>
            </a:r>
            <a:endParaRPr lang="en-US" sz="3092" dirty="0"/>
          </a:p>
        </p:txBody>
      </p:sp>
      <p:sp>
        <p:nvSpPr>
          <p:cNvPr id="3" name="StaticPath"/>
          <p:cNvSpPr/>
          <p:nvPr/>
        </p:nvSpPr>
        <p:spPr>
          <a:xfrm rot="1174800">
            <a:off x="5923961" y="-1184562"/>
            <a:ext cx="1588770" cy="158877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5" y="904875"/>
            <a:ext cx="2321719" cy="2321719"/>
          </a:xfrm>
          <a:prstGeom prst="rect">
            <a:avLst/>
          </a:prstGeom>
        </p:spPr>
      </p:pic>
      <p:sp>
        <p:nvSpPr>
          <p:cNvPr id="5" name="Index border 1"/>
          <p:cNvSpPr/>
          <p:nvPr/>
        </p:nvSpPr>
        <p:spPr>
          <a:xfrm>
            <a:off x="523875" y="1285875"/>
            <a:ext cx="285750" cy="28575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Index 1"/>
          <p:cNvSpPr/>
          <p:nvPr/>
        </p:nvSpPr>
        <p:spPr>
          <a:xfrm>
            <a:off x="528638" y="1335881"/>
            <a:ext cx="285750" cy="230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Bullet text 1"/>
          <p:cNvSpPr/>
          <p:nvPr/>
        </p:nvSpPr>
        <p:spPr>
          <a:xfrm>
            <a:off x="976312" y="1300163"/>
            <a:ext cx="3571875" cy="344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What is ECDSA?</a:t>
            </a:r>
            <a:endParaRPr lang="en-US" sz="1872" dirty="0"/>
          </a:p>
        </p:txBody>
      </p:sp>
      <p:sp>
        <p:nvSpPr>
          <p:cNvPr id="8" name="Index border 2"/>
          <p:cNvSpPr/>
          <p:nvPr/>
        </p:nvSpPr>
        <p:spPr>
          <a:xfrm>
            <a:off x="523875" y="1857375"/>
            <a:ext cx="285750" cy="28575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Index 2"/>
          <p:cNvSpPr/>
          <p:nvPr/>
        </p:nvSpPr>
        <p:spPr>
          <a:xfrm>
            <a:off x="528638" y="1907381"/>
            <a:ext cx="285750" cy="230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Bullet text 2"/>
          <p:cNvSpPr/>
          <p:nvPr/>
        </p:nvSpPr>
        <p:spPr>
          <a:xfrm>
            <a:off x="976312" y="1871663"/>
            <a:ext cx="3571875" cy="344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Why ECDSA in Blockchain?</a:t>
            </a:r>
            <a:endParaRPr lang="en-US" sz="1872" dirty="0"/>
          </a:p>
        </p:txBody>
      </p:sp>
      <p:sp>
        <p:nvSpPr>
          <p:cNvPr id="11" name="Index border 3"/>
          <p:cNvSpPr/>
          <p:nvPr/>
        </p:nvSpPr>
        <p:spPr>
          <a:xfrm>
            <a:off x="523875" y="2428875"/>
            <a:ext cx="285750" cy="28575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Index 3"/>
          <p:cNvSpPr/>
          <p:nvPr/>
        </p:nvSpPr>
        <p:spPr>
          <a:xfrm>
            <a:off x="528638" y="2478881"/>
            <a:ext cx="285750" cy="230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ullet text 3"/>
          <p:cNvSpPr/>
          <p:nvPr/>
        </p:nvSpPr>
        <p:spPr>
          <a:xfrm>
            <a:off x="976312" y="2443163"/>
            <a:ext cx="3571875" cy="344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How ECDSA Works</a:t>
            </a:r>
            <a:endParaRPr lang="en-US" sz="1872" dirty="0"/>
          </a:p>
        </p:txBody>
      </p:sp>
      <p:sp>
        <p:nvSpPr>
          <p:cNvPr id="14" name="Index border 4"/>
          <p:cNvSpPr/>
          <p:nvPr/>
        </p:nvSpPr>
        <p:spPr>
          <a:xfrm>
            <a:off x="523875" y="3000375"/>
            <a:ext cx="285750" cy="28575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Index 4"/>
          <p:cNvSpPr/>
          <p:nvPr/>
        </p:nvSpPr>
        <p:spPr>
          <a:xfrm>
            <a:off x="528638" y="3050381"/>
            <a:ext cx="285750" cy="230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ullet text 4"/>
          <p:cNvSpPr/>
          <p:nvPr/>
        </p:nvSpPr>
        <p:spPr>
          <a:xfrm>
            <a:off x="976312" y="3014663"/>
            <a:ext cx="3571875" cy="344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Benefits of ECDSA</a:t>
            </a:r>
            <a:endParaRPr lang="en-US" sz="1872" dirty="0"/>
          </a:p>
        </p:txBody>
      </p:sp>
      <p:sp>
        <p:nvSpPr>
          <p:cNvPr id="17" name="Index border 5"/>
          <p:cNvSpPr/>
          <p:nvPr/>
        </p:nvSpPr>
        <p:spPr>
          <a:xfrm>
            <a:off x="523875" y="3571875"/>
            <a:ext cx="285750" cy="28575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Index 5"/>
          <p:cNvSpPr/>
          <p:nvPr/>
        </p:nvSpPr>
        <p:spPr>
          <a:xfrm>
            <a:off x="528638" y="3621881"/>
            <a:ext cx="285750" cy="230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ullet text 5"/>
          <p:cNvSpPr/>
          <p:nvPr/>
        </p:nvSpPr>
        <p:spPr>
          <a:xfrm>
            <a:off x="976312" y="3586163"/>
            <a:ext cx="3571875" cy="344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Real-world Examples</a:t>
            </a:r>
            <a:endParaRPr lang="en-US" sz="1872" dirty="0"/>
          </a:p>
        </p:txBody>
      </p:sp>
      <p:sp>
        <p:nvSpPr>
          <p:cNvPr id="20" name="StaticPath"/>
          <p:cNvSpPr/>
          <p:nvPr/>
        </p:nvSpPr>
        <p:spPr>
          <a:xfrm rot="1504800">
            <a:off x="-321135" y="4259018"/>
            <a:ext cx="1143000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1" name="StaticPath"/>
          <p:cNvSpPr/>
          <p:nvPr/>
        </p:nvSpPr>
        <p:spPr>
          <a:xfrm rot="11315400">
            <a:off x="8210965" y="4330437"/>
            <a:ext cx="1428750" cy="1428750"/>
          </a:xfrm>
          <a:prstGeom prst="rect">
            <a:avLst/>
          </a:prstGeom>
          <a:solidFill>
            <a:srgbClr val="7877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What is ECDSA?</a:t>
            </a:r>
            <a:endParaRPr lang="en-US" sz="2167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ECDSA stands for Elliptic Curve Digital Signature Algorithm. It is a cryptographic algorithm used to ensure the authenticity and integrity of data.</a:t>
            </a:r>
            <a:endParaRPr lang="en-US" sz="1309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Mathematical Basis</a:t>
            </a:r>
            <a:endParaRPr lang="en-US" sz="1500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relies on the mathematics of elliptic curves over finite fields, making it secure and efficient for digital signatures.</a:t>
            </a:r>
            <a:endParaRPr lang="en-US" sz="1309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Case</a:t>
            </a:r>
            <a:endParaRPr lang="en-US" sz="1500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Commonly used in blockchain technologies like Bitcoin and Ethereum to verify transaction authenticity.</a:t>
            </a:r>
            <a:endParaRPr lang="en-US" sz="1309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Why ECDSA in Blockchain?</a:t>
            </a:r>
            <a:endParaRPr lang="en-US" sz="2167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Security</a:t>
            </a:r>
            <a:endParaRPr lang="en-US" sz="1500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ECDSA provides a high level of security using shorter key lengths, which is ideal for blockchain where efficiency is crucial.</a:t>
            </a:r>
            <a:endParaRPr lang="en-US" sz="1349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ensures that data, like transaction details, have not been tampered with.</a:t>
            </a:r>
            <a:endParaRPr lang="en-US" sz="1349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ECDSA allows users to prove ownership of private keys without revealing them, verifying the legitimacy of transactions.</a:t>
            </a:r>
            <a:endParaRPr lang="en-US" sz="1349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How ECDSA Works</a:t>
            </a:r>
            <a:endParaRPr lang="en-US" sz="2167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Signing</a:t>
            </a:r>
            <a:endParaRPr lang="en-US" sz="1500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user generates a private key and signs a message. The signature includes two values derived from the elliptic curve function and the hash of the message.</a:t>
            </a:r>
            <a:endParaRPr lang="en-US" sz="1301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Anyone with the public key can verify the signature to confirm the message was signed by the holder of the private key.</a:t>
            </a:r>
            <a:endParaRPr lang="en-US" sz="1301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ECDSA ensures authenticity without exposing the private key, using math to protect and validate identity.</a:t>
            </a:r>
            <a:endParaRPr lang="en-US" sz="1301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Benefits of ECDSA</a:t>
            </a:r>
            <a:endParaRPr lang="en-US" sz="2167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ECDSA uses smaller keys than other algorithms like RSA, offering faster operations and less storage usage.</a:t>
            </a:r>
            <a:endParaRPr lang="en-US" sz="1367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Provides strong protection against fraud and forgery with mathematically complex cryptographic operations.</a:t>
            </a:r>
            <a:endParaRPr lang="en-US" sz="1367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Its lightweight nature makes it ideal for blockchain networks that need to handle many transactions efficiently.</a:t>
            </a:r>
            <a:endParaRPr lang="en-US" sz="1367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Real-World Examples</a:t>
            </a:r>
            <a:endParaRPr lang="en-US" sz="2167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Bitcoin</a:t>
            </a:r>
            <a:endParaRPr lang="en-US" sz="1500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Bitcoin uses ECDSA to ensure that only the rightful owner of a private key can spend coins from their address.</a:t>
            </a:r>
            <a:endParaRPr lang="en-US" sz="1367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Ethereum</a:t>
            </a:r>
            <a:endParaRPr lang="en-US" sz="1500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Ethereum also uses ECDSA for signing transactions and securing smart contracts.</a:t>
            </a:r>
            <a:endParaRPr lang="en-US" sz="1367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Other Uses</a:t>
            </a:r>
            <a:endParaRPr lang="en-US" sz="1500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Beyond blockchain, ECDSA is used in digital identity systems, secure messaging apps, and more.</a:t>
            </a:r>
            <a:endParaRPr lang="en-US" sz="1367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aticPath"/>
          <p:cNvSpPr/>
          <p:nvPr/>
        </p:nvSpPr>
        <p:spPr>
          <a:xfrm>
            <a:off x="648653" y="408670"/>
            <a:ext cx="257175" cy="2571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taticPath"/>
          <p:cNvSpPr/>
          <p:nvPr/>
        </p:nvSpPr>
        <p:spPr>
          <a:xfrm>
            <a:off x="938022" y="408670"/>
            <a:ext cx="257175" cy="257175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5" name="StaticPath"/>
          <p:cNvSpPr/>
          <p:nvPr/>
        </p:nvSpPr>
        <p:spPr>
          <a:xfrm>
            <a:off x="1228725" y="408670"/>
            <a:ext cx="257175" cy="2571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itle"/>
          <p:cNvSpPr/>
          <p:nvPr/>
        </p:nvSpPr>
        <p:spPr>
          <a:xfrm>
            <a:off x="952500" y="1666875"/>
            <a:ext cx="20002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4167" dirty="0"/>
          </a:p>
        </p:txBody>
      </p:sp>
      <p:sp>
        <p:nvSpPr>
          <p:cNvPr id="7" name="StaticPath"/>
          <p:cNvSpPr/>
          <p:nvPr/>
        </p:nvSpPr>
        <p:spPr>
          <a:xfrm>
            <a:off x="10081070" y="287274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7702058" y="285845"/>
            <a:ext cx="2620328" cy="5029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StaticPath"/>
          <p:cNvSpPr/>
          <p:nvPr/>
        </p:nvSpPr>
        <p:spPr>
          <a:xfrm>
            <a:off x="7416117" y="287703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taticPath"/>
          <p:cNvSpPr/>
          <p:nvPr/>
        </p:nvSpPr>
        <p:spPr>
          <a:xfrm rot="5397000">
            <a:off x="-533257" y="5178533"/>
            <a:ext cx="2620328" cy="5029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" name="StaticPath"/>
          <p:cNvSpPr/>
          <p:nvPr/>
        </p:nvSpPr>
        <p:spPr>
          <a:xfrm rot="5397000">
            <a:off x="525284" y="3833935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Question"/>
          <p:cNvSpPr/>
          <p:nvPr/>
        </p:nvSpPr>
        <p:spPr>
          <a:xfrm>
            <a:off x="1762124" y="895082"/>
            <a:ext cx="5653993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Sans-Regular" pitchFamily="34" charset="-122"/>
                <a:cs typeface="Times New Roman" panose="02020603050405020304" pitchFamily="18" charset="0"/>
              </a:rPr>
              <a:t>Why is ECDSA important for blockchain security?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"/>
          <p:cNvSpPr/>
          <p:nvPr/>
        </p:nvSpPr>
        <p:spPr>
          <a:xfrm>
            <a:off x="1357311" y="1761497"/>
            <a:ext cx="6704863" cy="140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ECDSA ensures secure, fast, and verifiable digital signatures without revealing private information, forming the backbone of blockchain authentication.</a:t>
            </a:r>
            <a:endParaRPr lang="en-US" sz="1122" dirty="0"/>
          </a:p>
        </p:txBody>
      </p:sp>
      <p:sp>
        <p:nvSpPr>
          <p:cNvPr id="16" name="StaticPath"/>
          <p:cNvSpPr/>
          <p:nvPr/>
        </p:nvSpPr>
        <p:spPr>
          <a:xfrm>
            <a:off x="8843963" y="3512439"/>
            <a:ext cx="40005" cy="11430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389</Words>
  <Application>Microsoft Office PowerPoint</Application>
  <PresentationFormat>On-screen Show (16:9)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OpenSans-Bold</vt:lpstr>
      <vt:lpstr>OpenSans-Regular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Hasina Shafique Alam</cp:lastModifiedBy>
  <cp:revision>2</cp:revision>
  <dcterms:created xsi:type="dcterms:W3CDTF">2025-08-06T06:42:35Z</dcterms:created>
  <dcterms:modified xsi:type="dcterms:W3CDTF">2025-08-06T06:49:24Z</dcterms:modified>
</cp:coreProperties>
</file>